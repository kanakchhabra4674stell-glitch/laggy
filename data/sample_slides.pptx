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Neural Network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artificial neuron takes input vector X, applies weights W and bias b.</a:t>
            </a:r>
          </a:p>
          <a:p>
            <a:r>
              <a:t>• Forward propagation computes the dot product: z = W · X + b.</a:t>
            </a:r>
          </a:p>
          <a:p>
            <a:r>
              <a:t>• Without non-linear activation functions, stacked neural networks collapse to a single linear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Loss Functions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Squared Error (MSE) measures Euclidean deviation for regression tasks.</a:t>
            </a:r>
          </a:p>
          <a:p>
            <a:r>
              <a:t>• Cross-Entropy Loss evaluates probabilities in classification.</a:t>
            </a:r>
          </a:p>
          <a:p>
            <a:r>
              <a:t>• Gradient Descent iteratively updates parameters along the negative gradient vector with learning rate 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Non-Linear 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Sigmoid saturates at 0 and 1, causing severe vanishing gradient problems.</a:t>
            </a:r>
          </a:p>
          <a:p>
            <a:r>
              <a:t>• Tanh centers outputs around zero with range [-1, 1].</a:t>
            </a:r>
          </a:p>
          <a:p>
            <a:r>
              <a:t>• ReLU (Rectified Linear Unit) outputs max(0, x), speeding up convergence and mitigating vanishing gradients.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Backpropagation &amp; Chain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Backpropagation calculates the partial derivative of total loss with respect to each weight.</a:t>
            </a:r>
          </a:p>
          <a:p>
            <a:r>
              <a:t>• Uses reverse-mode automatic differentiation applying the multivariate calculus chain rule.</a:t>
            </a:r>
          </a:p>
          <a:p>
            <a:r>
              <a:t>• Enables training deep architectures by propagating gradient signals from output back to input layers.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